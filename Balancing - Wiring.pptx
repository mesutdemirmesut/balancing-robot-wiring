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368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95B95B-646E-4FBC-A030-7AEC1A752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4153C39-2E19-4A16-88FA-4BEEC66F8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6224CBA-BB96-43F2-9D0A-A5B4631D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F7B72E-D9BF-413B-9566-825A50DD7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22895D0-ADB9-4696-9F5F-1AAD1336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034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26EC4A-94B0-4E78-B1D8-462771E0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88FC9A3-B049-44A7-A1DF-D00AF48E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9D7C4BB-318B-4206-A728-C319BFAC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FE170F6-50E1-478E-AF5A-1ED0001CB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76292A0-4250-443A-B0C7-558F47AA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726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FCAF35-EF4B-4B16-A85A-B04CBE9D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863E96A-CA40-4C3D-A31A-DE877A9F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82525AB-5815-45B1-BE06-AF42D7DA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7A18870-27C1-44E2-8225-76578B09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A4018B2-5DBB-48EB-BDC6-CF856045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024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7CDCD5-6DDC-445D-BD80-437319A7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6F31AA7-C1C3-4979-ADF6-A9034CE3A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A1F4830-1BAC-46D9-80F6-6501E35DA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6ADDE37-C42B-4E4F-9B92-1DB13126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A7DA494-B73A-42A8-A113-BEFBBA288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601EF0A-A4E1-4744-90AC-A31177AD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3162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C170AA-654D-4E26-AA35-5EF22522D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652B318-ACE5-450C-A980-38A6B1C5F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72A1588-C6F6-4145-9A53-D82CBF05A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3B03E50-CAE5-43B8-83DF-EF93D1C68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7F3FC30-66A4-4C70-8F9D-591DD257D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F713458A-C9CF-43E8-AB31-741D31D1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21D4F32-0422-418B-B4BB-B04A472B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167834B-1D4B-450B-9ABE-BC7F50FF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75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909464-6F9B-437B-933F-1F3380DD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3ECF258-F3E5-486C-98FF-BA74A505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E61EA91-3C44-4785-80C3-106C6FA5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F4A69EC-A658-42A7-B3B5-5DC7BE87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6938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379BEA4-38B0-4930-A61E-8CAE4200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E98085DA-D74F-4755-A482-B4B64DF5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8E53D35-FAB7-49C2-B413-26C4C36B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87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8993FB-77C7-4399-A9A4-FD327A53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5C313E7-67ED-43E5-BB61-4334417BA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6355309-38E3-4727-8DEF-3AAD92C21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3019583-4321-4AE4-9144-86AA919C9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68A8F32-5625-4860-84A7-E4AE1E89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CDF809E-3684-485B-954C-136535CAB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21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6856E1-59C1-4816-937A-E2C95202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DA48A40-4799-419F-88E7-BB6FCD4D6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1DA9C82-5EA6-403C-9F54-1A5BCC1D1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10EAB8B-7DB9-4790-A8FD-07D0DF86C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8AEBCA6-2543-4AA5-AEBF-24BEA7331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2B728FD-D6EC-4718-B255-F3226965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244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813EB6C-E69E-42F3-84EC-422404F03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31F65E0-0CB5-4954-8061-4C14CEDAD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D0F1851-D716-475D-852A-6F4FF33F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EEF8AD8-FF1E-4582-BA00-873DD58B6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E3E04C4-640E-49FD-8596-BC06FD74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333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3FD8C5A-35DE-4D49-AA89-2FA507339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C3ED754-BC22-42D1-8539-7247ACADE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AD5913D-5516-400C-9242-24054AB4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25006F8-CE52-479B-BB50-DDEE4613D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609CD89-F201-40CD-815D-609C1387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266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2994612-4184-4370-9E2E-4FE2D3B4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755893C-2FAD-4D0C-82DB-C705397BF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6FCF7A6-F414-44D0-9255-7FA68A242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22F1C-986D-4BAD-983D-C9DCD9ADDAA6}" type="datetimeFigureOut">
              <a:rPr lang="tr-TR" smtClean="0"/>
              <a:t>20.03.2021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DC2E7ED-783D-4B64-846C-7E3C75049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07E04A2-D088-4FD8-9B06-8A11019B7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A19A0-E7ED-4AA9-B00B-FBA29C9F82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010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rup 524">
            <a:extLst>
              <a:ext uri="{FF2B5EF4-FFF2-40B4-BE49-F238E27FC236}">
                <a16:creationId xmlns:a16="http://schemas.microsoft.com/office/drawing/2014/main" id="{C9BA171E-356F-4392-AFC9-01FF03C46AF1}"/>
              </a:ext>
            </a:extLst>
          </p:cNvPr>
          <p:cNvGrpSpPr/>
          <p:nvPr/>
        </p:nvGrpSpPr>
        <p:grpSpPr>
          <a:xfrm>
            <a:off x="278296" y="338286"/>
            <a:ext cx="11714921" cy="6181427"/>
            <a:chOff x="592939" y="332484"/>
            <a:chExt cx="11113476" cy="6181427"/>
          </a:xfrm>
        </p:grpSpPr>
        <p:pic>
          <p:nvPicPr>
            <p:cNvPr id="62" name="Resim 61">
              <a:extLst>
                <a:ext uri="{FF2B5EF4-FFF2-40B4-BE49-F238E27FC236}">
                  <a16:creationId xmlns:a16="http://schemas.microsoft.com/office/drawing/2014/main" id="{587DEA3D-B0B9-4C1C-ABBB-D34DDBB1F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8064406" y="2003641"/>
              <a:ext cx="1148664" cy="2645212"/>
            </a:xfrm>
            <a:prstGeom prst="rect">
              <a:avLst/>
            </a:prstGeom>
          </p:spPr>
        </p:pic>
        <p:pic>
          <p:nvPicPr>
            <p:cNvPr id="10" name="Resim 9">
              <a:extLst>
                <a:ext uri="{FF2B5EF4-FFF2-40B4-BE49-F238E27FC236}">
                  <a16:creationId xmlns:a16="http://schemas.microsoft.com/office/drawing/2014/main" id="{D5D25867-115F-49DD-83BE-D8D4E0F25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1277365" y="694407"/>
              <a:ext cx="919318" cy="1304075"/>
            </a:xfrm>
            <a:prstGeom prst="rect">
              <a:avLst/>
            </a:prstGeom>
          </p:spPr>
        </p:pic>
        <p:pic>
          <p:nvPicPr>
            <p:cNvPr id="12" name="Resim 11">
              <a:extLst>
                <a:ext uri="{FF2B5EF4-FFF2-40B4-BE49-F238E27FC236}">
                  <a16:creationId xmlns:a16="http://schemas.microsoft.com/office/drawing/2014/main" id="{04B8F141-9BE9-45CB-9F86-39BBDB1AC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1144312" y="3009862"/>
              <a:ext cx="810742" cy="1949040"/>
            </a:xfrm>
            <a:prstGeom prst="rect">
              <a:avLst/>
            </a:prstGeom>
          </p:spPr>
        </p:pic>
        <p:pic>
          <p:nvPicPr>
            <p:cNvPr id="18" name="Resim 17">
              <a:extLst>
                <a:ext uri="{FF2B5EF4-FFF2-40B4-BE49-F238E27FC236}">
                  <a16:creationId xmlns:a16="http://schemas.microsoft.com/office/drawing/2014/main" id="{5AA85521-AC91-4646-869D-8B7041356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57047" y="2441529"/>
              <a:ext cx="1365462" cy="1838119"/>
            </a:xfrm>
            <a:prstGeom prst="rect">
              <a:avLst/>
            </a:prstGeom>
          </p:spPr>
        </p:pic>
        <p:pic>
          <p:nvPicPr>
            <p:cNvPr id="19" name="Resim 18">
              <a:extLst>
                <a:ext uri="{FF2B5EF4-FFF2-40B4-BE49-F238E27FC236}">
                  <a16:creationId xmlns:a16="http://schemas.microsoft.com/office/drawing/2014/main" id="{FB943CCF-A786-4AB8-BFA3-CB7678993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98046" y="2441529"/>
              <a:ext cx="1365462" cy="1838119"/>
            </a:xfrm>
            <a:prstGeom prst="rect">
              <a:avLst/>
            </a:prstGeom>
          </p:spPr>
        </p:pic>
        <p:cxnSp>
          <p:nvCxnSpPr>
            <p:cNvPr id="20" name="Düz Bağlayıcı 19">
              <a:extLst>
                <a:ext uri="{FF2B5EF4-FFF2-40B4-BE49-F238E27FC236}">
                  <a16:creationId xmlns:a16="http://schemas.microsoft.com/office/drawing/2014/main" id="{897918CF-C35F-4D63-A22F-5ED1B05CB994}"/>
                </a:ext>
              </a:extLst>
            </p:cNvPr>
            <p:cNvCxnSpPr>
              <a:cxnSpLocks/>
            </p:cNvCxnSpPr>
            <p:nvPr/>
          </p:nvCxnSpPr>
          <p:spPr>
            <a:xfrm>
              <a:off x="3872133" y="3682973"/>
              <a:ext cx="0" cy="1811628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üz Bağlayıcı 20">
              <a:extLst>
                <a:ext uri="{FF2B5EF4-FFF2-40B4-BE49-F238E27FC236}">
                  <a16:creationId xmlns:a16="http://schemas.microsoft.com/office/drawing/2014/main" id="{78841DEC-6485-406D-9F82-00E3102CF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14915" y="5500111"/>
              <a:ext cx="4386674" cy="553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Düz Bağlayıcı 36">
              <a:extLst>
                <a:ext uri="{FF2B5EF4-FFF2-40B4-BE49-F238E27FC236}">
                  <a16:creationId xmlns:a16="http://schemas.microsoft.com/office/drawing/2014/main" id="{669CD66A-828D-4A66-8C7C-84963FCA12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6345" y="3655062"/>
              <a:ext cx="11870" cy="1845048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Düz Bağlayıcı 37">
              <a:extLst>
                <a:ext uri="{FF2B5EF4-FFF2-40B4-BE49-F238E27FC236}">
                  <a16:creationId xmlns:a16="http://schemas.microsoft.com/office/drawing/2014/main" id="{D2860FB5-DEA9-4EEB-9B98-C801F4BFD1CF}"/>
                </a:ext>
              </a:extLst>
            </p:cNvPr>
            <p:cNvCxnSpPr>
              <a:cxnSpLocks/>
            </p:cNvCxnSpPr>
            <p:nvPr/>
          </p:nvCxnSpPr>
          <p:spPr>
            <a:xfrm>
              <a:off x="3556675" y="4420345"/>
              <a:ext cx="339201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üz Bağlayıcı 40">
              <a:extLst>
                <a:ext uri="{FF2B5EF4-FFF2-40B4-BE49-F238E27FC236}">
                  <a16:creationId xmlns:a16="http://schemas.microsoft.com/office/drawing/2014/main" id="{74CF5EC3-516B-4521-AA38-2796F73D332A}"/>
                </a:ext>
              </a:extLst>
            </p:cNvPr>
            <p:cNvCxnSpPr>
              <a:cxnSpLocks/>
            </p:cNvCxnSpPr>
            <p:nvPr/>
          </p:nvCxnSpPr>
          <p:spPr>
            <a:xfrm>
              <a:off x="3556675" y="3655062"/>
              <a:ext cx="0" cy="765283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Düz Bağlayıcı 44">
              <a:extLst>
                <a:ext uri="{FF2B5EF4-FFF2-40B4-BE49-F238E27FC236}">
                  <a16:creationId xmlns:a16="http://schemas.microsoft.com/office/drawing/2014/main" id="{79097775-CA7A-4FE2-9ABE-74A50B118ABB}"/>
                </a:ext>
              </a:extLst>
            </p:cNvPr>
            <p:cNvCxnSpPr>
              <a:cxnSpLocks/>
            </p:cNvCxnSpPr>
            <p:nvPr/>
          </p:nvCxnSpPr>
          <p:spPr>
            <a:xfrm>
              <a:off x="3714403" y="3655062"/>
              <a:ext cx="0" cy="765283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üz Bağlayıcı 45">
              <a:extLst>
                <a:ext uri="{FF2B5EF4-FFF2-40B4-BE49-F238E27FC236}">
                  <a16:creationId xmlns:a16="http://schemas.microsoft.com/office/drawing/2014/main" id="{61762327-1061-47B0-9089-36FD81270442}"/>
                </a:ext>
              </a:extLst>
            </p:cNvPr>
            <p:cNvCxnSpPr>
              <a:cxnSpLocks/>
            </p:cNvCxnSpPr>
            <p:nvPr/>
          </p:nvCxnSpPr>
          <p:spPr>
            <a:xfrm>
              <a:off x="5390886" y="4414835"/>
              <a:ext cx="339201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Düz Bağlayıcı 46">
              <a:extLst>
                <a:ext uri="{FF2B5EF4-FFF2-40B4-BE49-F238E27FC236}">
                  <a16:creationId xmlns:a16="http://schemas.microsoft.com/office/drawing/2014/main" id="{521339AB-E7EB-40D6-AEAB-472859B55382}"/>
                </a:ext>
              </a:extLst>
            </p:cNvPr>
            <p:cNvCxnSpPr>
              <a:cxnSpLocks/>
            </p:cNvCxnSpPr>
            <p:nvPr/>
          </p:nvCxnSpPr>
          <p:spPr>
            <a:xfrm>
              <a:off x="5390886" y="3649553"/>
              <a:ext cx="0" cy="765283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Düz Bağlayıcı 47">
              <a:extLst>
                <a:ext uri="{FF2B5EF4-FFF2-40B4-BE49-F238E27FC236}">
                  <a16:creationId xmlns:a16="http://schemas.microsoft.com/office/drawing/2014/main" id="{97CB49B0-3302-4415-83CE-E5ECAA1BB955}"/>
                </a:ext>
              </a:extLst>
            </p:cNvPr>
            <p:cNvCxnSpPr>
              <a:cxnSpLocks/>
            </p:cNvCxnSpPr>
            <p:nvPr/>
          </p:nvCxnSpPr>
          <p:spPr>
            <a:xfrm>
              <a:off x="5548614" y="3649553"/>
              <a:ext cx="0" cy="765283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Düz Bağlayıcı 49">
              <a:extLst>
                <a:ext uri="{FF2B5EF4-FFF2-40B4-BE49-F238E27FC236}">
                  <a16:creationId xmlns:a16="http://schemas.microsoft.com/office/drawing/2014/main" id="{A6A76E84-3AB5-466C-9F27-7A5A5DACB3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29678" y="4608187"/>
              <a:ext cx="18028" cy="891923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Düz Bağlayıcı 50">
              <a:extLst>
                <a:ext uri="{FF2B5EF4-FFF2-40B4-BE49-F238E27FC236}">
                  <a16:creationId xmlns:a16="http://schemas.microsoft.com/office/drawing/2014/main" id="{31955189-7A3B-4973-81A8-B82B12FF0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83127" y="2657959"/>
              <a:ext cx="5935" cy="2836642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Düz Bağlayıcı 53">
              <a:extLst>
                <a:ext uri="{FF2B5EF4-FFF2-40B4-BE49-F238E27FC236}">
                  <a16:creationId xmlns:a16="http://schemas.microsoft.com/office/drawing/2014/main" id="{3D24FA22-6118-431A-A26C-4B5CC61661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4890" y="2657959"/>
              <a:ext cx="1244174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Düz Bağlayıcı 58">
              <a:extLst>
                <a:ext uri="{FF2B5EF4-FFF2-40B4-BE49-F238E27FC236}">
                  <a16:creationId xmlns:a16="http://schemas.microsoft.com/office/drawing/2014/main" id="{245B9E56-8F19-4A90-AD65-688AF77E67BD}"/>
                </a:ext>
              </a:extLst>
            </p:cNvPr>
            <p:cNvCxnSpPr>
              <a:cxnSpLocks/>
            </p:cNvCxnSpPr>
            <p:nvPr/>
          </p:nvCxnSpPr>
          <p:spPr>
            <a:xfrm>
              <a:off x="1137733" y="1751906"/>
              <a:ext cx="7158" cy="906053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Düz Bağlayıcı 63">
              <a:extLst>
                <a:ext uri="{FF2B5EF4-FFF2-40B4-BE49-F238E27FC236}">
                  <a16:creationId xmlns:a16="http://schemas.microsoft.com/office/drawing/2014/main" id="{7577073B-9B63-49F2-B216-B1C5B091C5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9269" y="937411"/>
              <a:ext cx="7712949" cy="25261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Düz Bağlayıcı 66">
              <a:extLst>
                <a:ext uri="{FF2B5EF4-FFF2-40B4-BE49-F238E27FC236}">
                  <a16:creationId xmlns:a16="http://schemas.microsoft.com/office/drawing/2014/main" id="{F97F5B5E-414C-4A1E-BFD7-B952C859A6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9357" y="918112"/>
              <a:ext cx="0" cy="193113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Düz Bağlayıcı 76">
              <a:extLst>
                <a:ext uri="{FF2B5EF4-FFF2-40B4-BE49-F238E27FC236}">
                  <a16:creationId xmlns:a16="http://schemas.microsoft.com/office/drawing/2014/main" id="{4D8C0724-E7A0-474F-8390-BA5673133DCC}"/>
                </a:ext>
              </a:extLst>
            </p:cNvPr>
            <p:cNvCxnSpPr>
              <a:cxnSpLocks/>
            </p:cNvCxnSpPr>
            <p:nvPr/>
          </p:nvCxnSpPr>
          <p:spPr>
            <a:xfrm>
              <a:off x="7560539" y="1190910"/>
              <a:ext cx="321892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Düz Bağlayıcı 89">
              <a:extLst>
                <a:ext uri="{FF2B5EF4-FFF2-40B4-BE49-F238E27FC236}">
                  <a16:creationId xmlns:a16="http://schemas.microsoft.com/office/drawing/2014/main" id="{E822BB14-F54F-4DEF-8836-E251334001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56074" y="3802454"/>
              <a:ext cx="8210" cy="249762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Yay 91">
              <a:extLst>
                <a:ext uri="{FF2B5EF4-FFF2-40B4-BE49-F238E27FC236}">
                  <a16:creationId xmlns:a16="http://schemas.microsoft.com/office/drawing/2014/main" id="{5EB556F7-2D9E-4429-AD58-B35C0C793D91}"/>
                </a:ext>
              </a:extLst>
            </p:cNvPr>
            <p:cNvSpPr/>
            <p:nvPr/>
          </p:nvSpPr>
          <p:spPr>
            <a:xfrm rot="16377384">
              <a:off x="616787" y="6109926"/>
              <a:ext cx="412345" cy="395626"/>
            </a:xfrm>
            <a:prstGeom prst="arc">
              <a:avLst>
                <a:gd name="adj1" fmla="val 15822976"/>
                <a:gd name="adj2" fmla="val 4912429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93" name="Düz Bağlayıcı 92">
              <a:extLst>
                <a:ext uri="{FF2B5EF4-FFF2-40B4-BE49-F238E27FC236}">
                  <a16:creationId xmlns:a16="http://schemas.microsoft.com/office/drawing/2014/main" id="{C351AE12-4B8D-45B9-9DC8-0B97A02BA7D8}"/>
                </a:ext>
              </a:extLst>
            </p:cNvPr>
            <p:cNvCxnSpPr>
              <a:cxnSpLocks/>
              <a:stCxn id="92" idx="2"/>
            </p:cNvCxnSpPr>
            <p:nvPr/>
          </p:nvCxnSpPr>
          <p:spPr>
            <a:xfrm>
              <a:off x="1020124" y="6289901"/>
              <a:ext cx="6955998" cy="1783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Düz Bağlayıcı 97">
              <a:extLst>
                <a:ext uri="{FF2B5EF4-FFF2-40B4-BE49-F238E27FC236}">
                  <a16:creationId xmlns:a16="http://schemas.microsoft.com/office/drawing/2014/main" id="{F5E45F84-AE53-482E-96A1-CFB1FE4680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4858" y="3621231"/>
              <a:ext cx="0" cy="1020683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Düz Bağlayıcı 103">
              <a:extLst>
                <a:ext uri="{FF2B5EF4-FFF2-40B4-BE49-F238E27FC236}">
                  <a16:creationId xmlns:a16="http://schemas.microsoft.com/office/drawing/2014/main" id="{C73AD8C1-AA3D-4426-81B8-E833F31DED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669" y="1751906"/>
              <a:ext cx="0" cy="69963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Düz Bağlayıcı 105">
              <a:extLst>
                <a:ext uri="{FF2B5EF4-FFF2-40B4-BE49-F238E27FC236}">
                  <a16:creationId xmlns:a16="http://schemas.microsoft.com/office/drawing/2014/main" id="{6D02AEFD-CAD3-47AA-9E9E-17AD350E8E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7495" y="2461788"/>
              <a:ext cx="1411992" cy="72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Düz Bağlayıcı 113">
              <a:extLst>
                <a:ext uri="{FF2B5EF4-FFF2-40B4-BE49-F238E27FC236}">
                  <a16:creationId xmlns:a16="http://schemas.microsoft.com/office/drawing/2014/main" id="{288F118F-74F7-4ED1-B81D-364FF071ED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3381" y="2906173"/>
              <a:ext cx="788" cy="258243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Düz Bağlayıcı 121">
              <a:extLst>
                <a:ext uri="{FF2B5EF4-FFF2-40B4-BE49-F238E27FC236}">
                  <a16:creationId xmlns:a16="http://schemas.microsoft.com/office/drawing/2014/main" id="{D843DA0F-8E3E-4668-AFBF-E62032F40E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310" y="2906172"/>
              <a:ext cx="356818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Düz Bağlayıcı 126">
              <a:extLst>
                <a:ext uri="{FF2B5EF4-FFF2-40B4-BE49-F238E27FC236}">
                  <a16:creationId xmlns:a16="http://schemas.microsoft.com/office/drawing/2014/main" id="{F40689D1-A9F2-4058-AE51-286501EAD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3153" y="2895609"/>
              <a:ext cx="356818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Düz Bağlayıcı 128">
              <a:extLst>
                <a:ext uri="{FF2B5EF4-FFF2-40B4-BE49-F238E27FC236}">
                  <a16:creationId xmlns:a16="http://schemas.microsoft.com/office/drawing/2014/main" id="{58EC1EAA-0934-4C77-A0F2-58636151E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0947" y="6092050"/>
              <a:ext cx="6042574" cy="12745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Düz Bağlayıcı 129">
              <a:extLst>
                <a:ext uri="{FF2B5EF4-FFF2-40B4-BE49-F238E27FC236}">
                  <a16:creationId xmlns:a16="http://schemas.microsoft.com/office/drawing/2014/main" id="{83F440A8-747D-4F4F-8313-D01EF0C0CA30}"/>
                </a:ext>
              </a:extLst>
            </p:cNvPr>
            <p:cNvCxnSpPr>
              <a:cxnSpLocks/>
            </p:cNvCxnSpPr>
            <p:nvPr/>
          </p:nvCxnSpPr>
          <p:spPr>
            <a:xfrm>
              <a:off x="1717467" y="5901812"/>
              <a:ext cx="5728225" cy="15614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Yay 131">
              <a:extLst>
                <a:ext uri="{FF2B5EF4-FFF2-40B4-BE49-F238E27FC236}">
                  <a16:creationId xmlns:a16="http://schemas.microsoft.com/office/drawing/2014/main" id="{9ACED595-D465-483E-9532-1E40DF43009E}"/>
                </a:ext>
              </a:extLst>
            </p:cNvPr>
            <p:cNvSpPr/>
            <p:nvPr/>
          </p:nvSpPr>
          <p:spPr>
            <a:xfrm rot="10800000">
              <a:off x="1412613" y="5411301"/>
              <a:ext cx="432570" cy="287439"/>
            </a:xfrm>
            <a:prstGeom prst="arc">
              <a:avLst>
                <a:gd name="adj1" fmla="val 17188803"/>
                <a:gd name="adj2" fmla="val 4138099"/>
              </a:avLst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133" name="Düz Bağlayıcı 132">
              <a:extLst>
                <a:ext uri="{FF2B5EF4-FFF2-40B4-BE49-F238E27FC236}">
                  <a16:creationId xmlns:a16="http://schemas.microsoft.com/office/drawing/2014/main" id="{F6F6E0A6-1C80-4C37-8567-BAB7EF91354F}"/>
                </a:ext>
              </a:extLst>
            </p:cNvPr>
            <p:cNvCxnSpPr>
              <a:cxnSpLocks/>
              <a:stCxn id="132" idx="2"/>
            </p:cNvCxnSpPr>
            <p:nvPr/>
          </p:nvCxnSpPr>
          <p:spPr>
            <a:xfrm flipV="1">
              <a:off x="1575358" y="4608190"/>
              <a:ext cx="11439" cy="807584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Düz Bağlayıcı 139">
              <a:extLst>
                <a:ext uri="{FF2B5EF4-FFF2-40B4-BE49-F238E27FC236}">
                  <a16:creationId xmlns:a16="http://schemas.microsoft.com/office/drawing/2014/main" id="{FC241006-70F0-4B92-8471-C97CE41E25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0069" y="3804731"/>
              <a:ext cx="15216" cy="2300064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Yay 144">
              <a:extLst>
                <a:ext uri="{FF2B5EF4-FFF2-40B4-BE49-F238E27FC236}">
                  <a16:creationId xmlns:a16="http://schemas.microsoft.com/office/drawing/2014/main" id="{8F887681-D54D-43AB-8BE9-29578F23EFE2}"/>
                </a:ext>
              </a:extLst>
            </p:cNvPr>
            <p:cNvSpPr/>
            <p:nvPr/>
          </p:nvSpPr>
          <p:spPr>
            <a:xfrm rot="10800000" flipH="1">
              <a:off x="1461737" y="5395614"/>
              <a:ext cx="391901" cy="303128"/>
            </a:xfrm>
            <a:prstGeom prst="arc">
              <a:avLst>
                <a:gd name="adj1" fmla="val 17188810"/>
                <a:gd name="adj2" fmla="val 4138099"/>
              </a:avLst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146" name="Düz Bağlayıcı 145">
              <a:extLst>
                <a:ext uri="{FF2B5EF4-FFF2-40B4-BE49-F238E27FC236}">
                  <a16:creationId xmlns:a16="http://schemas.microsoft.com/office/drawing/2014/main" id="{1A72E3EF-1886-42F3-B5C4-C92617C1E87D}"/>
                </a:ext>
              </a:extLst>
            </p:cNvPr>
            <p:cNvCxnSpPr>
              <a:cxnSpLocks/>
              <a:stCxn id="145" idx="2"/>
            </p:cNvCxnSpPr>
            <p:nvPr/>
          </p:nvCxnSpPr>
          <p:spPr>
            <a:xfrm flipV="1">
              <a:off x="1713546" y="4641914"/>
              <a:ext cx="7286" cy="759989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Düz Bağlayıcı 161">
              <a:extLst>
                <a:ext uri="{FF2B5EF4-FFF2-40B4-BE49-F238E27FC236}">
                  <a16:creationId xmlns:a16="http://schemas.microsoft.com/office/drawing/2014/main" id="{311C6013-5F19-4331-A09F-F79FCA33F1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33378" y="3804730"/>
              <a:ext cx="16338" cy="2097082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Yay 192">
              <a:extLst>
                <a:ext uri="{FF2B5EF4-FFF2-40B4-BE49-F238E27FC236}">
                  <a16:creationId xmlns:a16="http://schemas.microsoft.com/office/drawing/2014/main" id="{DF25397A-C272-4914-8675-10F32A81404E}"/>
                </a:ext>
              </a:extLst>
            </p:cNvPr>
            <p:cNvSpPr/>
            <p:nvPr/>
          </p:nvSpPr>
          <p:spPr>
            <a:xfrm rot="5400000" flipH="1">
              <a:off x="7221051" y="1049009"/>
              <a:ext cx="322761" cy="426146"/>
            </a:xfrm>
            <a:prstGeom prst="arc">
              <a:avLst>
                <a:gd name="adj1" fmla="val 17446301"/>
                <a:gd name="adj2" fmla="val 4947328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194" name="Düz Bağlayıcı 193">
              <a:extLst>
                <a:ext uri="{FF2B5EF4-FFF2-40B4-BE49-F238E27FC236}">
                  <a16:creationId xmlns:a16="http://schemas.microsoft.com/office/drawing/2014/main" id="{948135E4-B5ED-47EB-BCB6-50780D28176F}"/>
                </a:ext>
              </a:extLst>
            </p:cNvPr>
            <p:cNvCxnSpPr>
              <a:cxnSpLocks/>
              <a:endCxn id="480" idx="2"/>
            </p:cNvCxnSpPr>
            <p:nvPr/>
          </p:nvCxnSpPr>
          <p:spPr>
            <a:xfrm>
              <a:off x="3184367" y="1230906"/>
              <a:ext cx="1497263" cy="1014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Düz Bağlayıcı 195">
              <a:extLst>
                <a:ext uri="{FF2B5EF4-FFF2-40B4-BE49-F238E27FC236}">
                  <a16:creationId xmlns:a16="http://schemas.microsoft.com/office/drawing/2014/main" id="{1C451DE8-0A04-4E9E-826C-68DC89BB76B2}"/>
                </a:ext>
              </a:extLst>
            </p:cNvPr>
            <p:cNvCxnSpPr>
              <a:cxnSpLocks/>
            </p:cNvCxnSpPr>
            <p:nvPr/>
          </p:nvCxnSpPr>
          <p:spPr>
            <a:xfrm>
              <a:off x="3219489" y="1200917"/>
              <a:ext cx="0" cy="1705256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Düz Bağlayıcı 198">
              <a:extLst>
                <a:ext uri="{FF2B5EF4-FFF2-40B4-BE49-F238E27FC236}">
                  <a16:creationId xmlns:a16="http://schemas.microsoft.com/office/drawing/2014/main" id="{52590609-7E1F-46A3-AE18-D18A0C1A61F1}"/>
                </a:ext>
              </a:extLst>
            </p:cNvPr>
            <p:cNvCxnSpPr>
              <a:cxnSpLocks/>
            </p:cNvCxnSpPr>
            <p:nvPr/>
          </p:nvCxnSpPr>
          <p:spPr>
            <a:xfrm>
              <a:off x="7613521" y="1224325"/>
              <a:ext cx="6194" cy="162476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Düz Bağlayıcı 199">
              <a:extLst>
                <a:ext uri="{FF2B5EF4-FFF2-40B4-BE49-F238E27FC236}">
                  <a16:creationId xmlns:a16="http://schemas.microsoft.com/office/drawing/2014/main" id="{72A27291-679F-4673-9751-227F7A8A1A01}"/>
                </a:ext>
              </a:extLst>
            </p:cNvPr>
            <p:cNvCxnSpPr>
              <a:cxnSpLocks/>
            </p:cNvCxnSpPr>
            <p:nvPr/>
          </p:nvCxnSpPr>
          <p:spPr>
            <a:xfrm>
              <a:off x="3104353" y="962672"/>
              <a:ext cx="0" cy="19435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6" name="Grup 225">
              <a:extLst>
                <a:ext uri="{FF2B5EF4-FFF2-40B4-BE49-F238E27FC236}">
                  <a16:creationId xmlns:a16="http://schemas.microsoft.com/office/drawing/2014/main" id="{A5EA3CEE-6796-472C-9AC9-0DA9643D467C}"/>
                </a:ext>
              </a:extLst>
            </p:cNvPr>
            <p:cNvGrpSpPr/>
            <p:nvPr/>
          </p:nvGrpSpPr>
          <p:grpSpPr>
            <a:xfrm>
              <a:off x="3089269" y="2391242"/>
              <a:ext cx="724799" cy="160062"/>
              <a:chOff x="3247546" y="1105662"/>
              <a:chExt cx="809066" cy="192454"/>
            </a:xfrm>
          </p:grpSpPr>
          <p:sp>
            <p:nvSpPr>
              <p:cNvPr id="208" name="Dikdörtgen 207">
                <a:extLst>
                  <a:ext uri="{FF2B5EF4-FFF2-40B4-BE49-F238E27FC236}">
                    <a16:creationId xmlns:a16="http://schemas.microsoft.com/office/drawing/2014/main" id="{20944467-D13A-4C6D-B110-90243BC4EB2A}"/>
                  </a:ext>
                </a:extLst>
              </p:cNvPr>
              <p:cNvSpPr/>
              <p:nvPr/>
            </p:nvSpPr>
            <p:spPr>
              <a:xfrm rot="5400000">
                <a:off x="3821776" y="1063279"/>
                <a:ext cx="192454" cy="277219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cxnSp>
            <p:nvCxnSpPr>
              <p:cNvPr id="210" name="Düz Bağlayıcı 209">
                <a:extLst>
                  <a:ext uri="{FF2B5EF4-FFF2-40B4-BE49-F238E27FC236}">
                    <a16:creationId xmlns:a16="http://schemas.microsoft.com/office/drawing/2014/main" id="{DFF8156D-4B8A-47C1-B7E1-A93493C12A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47546" y="1150076"/>
                <a:ext cx="532458" cy="2311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Düz Bağlayıcı 210">
                <a:extLst>
                  <a:ext uri="{FF2B5EF4-FFF2-40B4-BE49-F238E27FC236}">
                    <a16:creationId xmlns:a16="http://schemas.microsoft.com/office/drawing/2014/main" id="{1E943A22-0A27-48D4-ADDA-47178C1B64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68842" y="1263572"/>
                <a:ext cx="41510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7" name="Düz Bağlayıcı 236">
              <a:extLst>
                <a:ext uri="{FF2B5EF4-FFF2-40B4-BE49-F238E27FC236}">
                  <a16:creationId xmlns:a16="http://schemas.microsoft.com/office/drawing/2014/main" id="{FE07D0A2-55D7-4301-8E44-E1A2C2B7FD6D}"/>
                </a:ext>
              </a:extLst>
            </p:cNvPr>
            <p:cNvCxnSpPr>
              <a:cxnSpLocks/>
            </p:cNvCxnSpPr>
            <p:nvPr/>
          </p:nvCxnSpPr>
          <p:spPr>
            <a:xfrm>
              <a:off x="5069165" y="1207598"/>
              <a:ext cx="0" cy="1705256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Düz Bağlayıcı 237">
              <a:extLst>
                <a:ext uri="{FF2B5EF4-FFF2-40B4-BE49-F238E27FC236}">
                  <a16:creationId xmlns:a16="http://schemas.microsoft.com/office/drawing/2014/main" id="{B00F9142-72E6-4830-9D51-1EBAD05595AE}"/>
                </a:ext>
              </a:extLst>
            </p:cNvPr>
            <p:cNvCxnSpPr>
              <a:cxnSpLocks/>
            </p:cNvCxnSpPr>
            <p:nvPr/>
          </p:nvCxnSpPr>
          <p:spPr>
            <a:xfrm>
              <a:off x="4934290" y="969353"/>
              <a:ext cx="0" cy="19435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9" name="Grup 238">
              <a:extLst>
                <a:ext uri="{FF2B5EF4-FFF2-40B4-BE49-F238E27FC236}">
                  <a16:creationId xmlns:a16="http://schemas.microsoft.com/office/drawing/2014/main" id="{23B91966-923C-494A-8C3C-90F1BCA6D311}"/>
                </a:ext>
              </a:extLst>
            </p:cNvPr>
            <p:cNvGrpSpPr/>
            <p:nvPr/>
          </p:nvGrpSpPr>
          <p:grpSpPr>
            <a:xfrm>
              <a:off x="4919206" y="2397923"/>
              <a:ext cx="724799" cy="160062"/>
              <a:chOff x="3247546" y="1105662"/>
              <a:chExt cx="809066" cy="192454"/>
            </a:xfrm>
          </p:grpSpPr>
          <p:sp>
            <p:nvSpPr>
              <p:cNvPr id="240" name="Dikdörtgen 239">
                <a:extLst>
                  <a:ext uri="{FF2B5EF4-FFF2-40B4-BE49-F238E27FC236}">
                    <a16:creationId xmlns:a16="http://schemas.microsoft.com/office/drawing/2014/main" id="{63534949-1C40-4C37-B02E-D1D5433609E9}"/>
                  </a:ext>
                </a:extLst>
              </p:cNvPr>
              <p:cNvSpPr/>
              <p:nvPr/>
            </p:nvSpPr>
            <p:spPr>
              <a:xfrm rot="5400000">
                <a:off x="3821776" y="1063279"/>
                <a:ext cx="192454" cy="277219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cxnSp>
            <p:nvCxnSpPr>
              <p:cNvPr id="241" name="Düz Bağlayıcı 240">
                <a:extLst>
                  <a:ext uri="{FF2B5EF4-FFF2-40B4-BE49-F238E27FC236}">
                    <a16:creationId xmlns:a16="http://schemas.microsoft.com/office/drawing/2014/main" id="{65E921B8-4206-4D43-9E8D-10FFBD3502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47546" y="1150076"/>
                <a:ext cx="532458" cy="2311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Düz Bağlayıcı 241">
                <a:extLst>
                  <a:ext uri="{FF2B5EF4-FFF2-40B4-BE49-F238E27FC236}">
                    <a16:creationId xmlns:a16="http://schemas.microsoft.com/office/drawing/2014/main" id="{DECF488B-7F76-464E-AFEA-FB76F89CF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68842" y="1263572"/>
                <a:ext cx="41510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9" name="Düz Bağlayıcı 248">
              <a:extLst>
                <a:ext uri="{FF2B5EF4-FFF2-40B4-BE49-F238E27FC236}">
                  <a16:creationId xmlns:a16="http://schemas.microsoft.com/office/drawing/2014/main" id="{FDBF29F4-DCE0-4EB2-BD1F-192871C716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2505" y="2155550"/>
              <a:ext cx="1231184" cy="4674"/>
            </a:xfrm>
            <a:prstGeom prst="line">
              <a:avLst/>
            </a:prstGeom>
            <a:ln w="317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Düz Bağlayıcı 261">
              <a:extLst>
                <a:ext uri="{FF2B5EF4-FFF2-40B4-BE49-F238E27FC236}">
                  <a16:creationId xmlns:a16="http://schemas.microsoft.com/office/drawing/2014/main" id="{B8969095-5C37-438D-90BA-514DFDEFD7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0059" y="1620891"/>
              <a:ext cx="9844" cy="1209508"/>
            </a:xfrm>
            <a:prstGeom prst="line">
              <a:avLst/>
            </a:prstGeom>
            <a:ln w="317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Düz Bağlayıcı 268">
              <a:extLst>
                <a:ext uri="{FF2B5EF4-FFF2-40B4-BE49-F238E27FC236}">
                  <a16:creationId xmlns:a16="http://schemas.microsoft.com/office/drawing/2014/main" id="{9FF2A552-6C41-4C38-9111-C05A0A7E81A7}"/>
                </a:ext>
              </a:extLst>
            </p:cNvPr>
            <p:cNvCxnSpPr>
              <a:cxnSpLocks/>
            </p:cNvCxnSpPr>
            <p:nvPr/>
          </p:nvCxnSpPr>
          <p:spPr>
            <a:xfrm>
              <a:off x="1482505" y="1760883"/>
              <a:ext cx="0" cy="411749"/>
            </a:xfrm>
            <a:prstGeom prst="line">
              <a:avLst/>
            </a:prstGeom>
            <a:ln w="317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Düz Bağlayıcı 283">
              <a:extLst>
                <a:ext uri="{FF2B5EF4-FFF2-40B4-BE49-F238E27FC236}">
                  <a16:creationId xmlns:a16="http://schemas.microsoft.com/office/drawing/2014/main" id="{4452D7D3-4528-4F8A-8C23-5F2B8E0FF2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46238" y="1937405"/>
              <a:ext cx="870275" cy="3698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Düz Bağlayıcı 290">
              <a:extLst>
                <a:ext uri="{FF2B5EF4-FFF2-40B4-BE49-F238E27FC236}">
                  <a16:creationId xmlns:a16="http://schemas.microsoft.com/office/drawing/2014/main" id="{4495B42F-7879-4044-815C-E0EF41C1AE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35207" y="1901186"/>
              <a:ext cx="3531" cy="956791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Düz Bağlayıcı 291">
              <a:extLst>
                <a:ext uri="{FF2B5EF4-FFF2-40B4-BE49-F238E27FC236}">
                  <a16:creationId xmlns:a16="http://schemas.microsoft.com/office/drawing/2014/main" id="{1897D9C6-1F63-4612-BDF1-1C3A6B6B4F9B}"/>
                </a:ext>
              </a:extLst>
            </p:cNvPr>
            <p:cNvCxnSpPr>
              <a:cxnSpLocks/>
            </p:cNvCxnSpPr>
            <p:nvPr/>
          </p:nvCxnSpPr>
          <p:spPr>
            <a:xfrm>
              <a:off x="1646238" y="1738566"/>
              <a:ext cx="0" cy="21319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7" name="Grup 356">
              <a:extLst>
                <a:ext uri="{FF2B5EF4-FFF2-40B4-BE49-F238E27FC236}">
                  <a16:creationId xmlns:a16="http://schemas.microsoft.com/office/drawing/2014/main" id="{D9106234-B285-4EFF-B359-529ACCDC1419}"/>
                </a:ext>
              </a:extLst>
            </p:cNvPr>
            <p:cNvGrpSpPr/>
            <p:nvPr/>
          </p:nvGrpSpPr>
          <p:grpSpPr>
            <a:xfrm>
              <a:off x="4140430" y="3661301"/>
              <a:ext cx="1500620" cy="1346358"/>
              <a:chOff x="6473390" y="3933388"/>
              <a:chExt cx="1559359" cy="908484"/>
            </a:xfrm>
          </p:grpSpPr>
          <p:cxnSp>
            <p:nvCxnSpPr>
              <p:cNvPr id="360" name="Düz Bağlayıcı 359">
                <a:extLst>
                  <a:ext uri="{FF2B5EF4-FFF2-40B4-BE49-F238E27FC236}">
                    <a16:creationId xmlns:a16="http://schemas.microsoft.com/office/drawing/2014/main" id="{BEEBDB8C-7FBC-4D17-84A4-AD85F7FA09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3390" y="4839181"/>
                <a:ext cx="1559359" cy="0"/>
              </a:xfrm>
              <a:prstGeom prst="line">
                <a:avLst/>
              </a:prstGeom>
              <a:ln w="317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Düz Bağlayıcı 362">
                <a:extLst>
                  <a:ext uri="{FF2B5EF4-FFF2-40B4-BE49-F238E27FC236}">
                    <a16:creationId xmlns:a16="http://schemas.microsoft.com/office/drawing/2014/main" id="{F4E9AC4F-2B8E-4B8F-A2AB-B7DAABDC3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409" y="3933388"/>
                <a:ext cx="0" cy="908484"/>
              </a:xfrm>
              <a:prstGeom prst="line">
                <a:avLst/>
              </a:prstGeom>
              <a:ln w="317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5" name="Düz Bağlayıcı 374">
              <a:extLst>
                <a:ext uri="{FF2B5EF4-FFF2-40B4-BE49-F238E27FC236}">
                  <a16:creationId xmlns:a16="http://schemas.microsoft.com/office/drawing/2014/main" id="{4E045A89-78EE-4435-86A1-66A4D1AF3D32}"/>
                </a:ext>
              </a:extLst>
            </p:cNvPr>
            <p:cNvCxnSpPr>
              <a:cxnSpLocks/>
            </p:cNvCxnSpPr>
            <p:nvPr/>
          </p:nvCxnSpPr>
          <p:spPr>
            <a:xfrm>
              <a:off x="4016264" y="3682972"/>
              <a:ext cx="9377" cy="1578113"/>
            </a:xfrm>
            <a:prstGeom prst="line">
              <a:avLst/>
            </a:prstGeom>
            <a:ln w="317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Düz Bağlayıcı 388">
              <a:extLst>
                <a:ext uri="{FF2B5EF4-FFF2-40B4-BE49-F238E27FC236}">
                  <a16:creationId xmlns:a16="http://schemas.microsoft.com/office/drawing/2014/main" id="{7EB526DA-0BE1-4A32-ABB3-1F5821711AA1}"/>
                </a:ext>
              </a:extLst>
            </p:cNvPr>
            <p:cNvCxnSpPr>
              <a:cxnSpLocks/>
            </p:cNvCxnSpPr>
            <p:nvPr/>
          </p:nvCxnSpPr>
          <p:spPr>
            <a:xfrm>
              <a:off x="3239228" y="3631646"/>
              <a:ext cx="0" cy="788698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Düz Bağlayıcı 389">
              <a:extLst>
                <a:ext uri="{FF2B5EF4-FFF2-40B4-BE49-F238E27FC236}">
                  <a16:creationId xmlns:a16="http://schemas.microsoft.com/office/drawing/2014/main" id="{1E97F120-C3F0-402B-B1B3-D13F117C2CF3}"/>
                </a:ext>
              </a:extLst>
            </p:cNvPr>
            <p:cNvCxnSpPr>
              <a:cxnSpLocks/>
            </p:cNvCxnSpPr>
            <p:nvPr/>
          </p:nvCxnSpPr>
          <p:spPr>
            <a:xfrm>
              <a:off x="3395494" y="3648443"/>
              <a:ext cx="0" cy="76528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Düz Bağlayıcı 390">
              <a:extLst>
                <a:ext uri="{FF2B5EF4-FFF2-40B4-BE49-F238E27FC236}">
                  <a16:creationId xmlns:a16="http://schemas.microsoft.com/office/drawing/2014/main" id="{4C746F1F-B3D7-4065-AF98-A9F2061BD319}"/>
                </a:ext>
              </a:extLst>
            </p:cNvPr>
            <p:cNvCxnSpPr>
              <a:cxnSpLocks/>
            </p:cNvCxnSpPr>
            <p:nvPr/>
          </p:nvCxnSpPr>
          <p:spPr>
            <a:xfrm>
              <a:off x="5099652" y="3638265"/>
              <a:ext cx="0" cy="782080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Düz Bağlayıcı 391">
              <a:extLst>
                <a:ext uri="{FF2B5EF4-FFF2-40B4-BE49-F238E27FC236}">
                  <a16:creationId xmlns:a16="http://schemas.microsoft.com/office/drawing/2014/main" id="{AFADB8DD-7C20-468A-8F46-F190BA175631}"/>
                </a:ext>
              </a:extLst>
            </p:cNvPr>
            <p:cNvCxnSpPr>
              <a:cxnSpLocks/>
            </p:cNvCxnSpPr>
            <p:nvPr/>
          </p:nvCxnSpPr>
          <p:spPr>
            <a:xfrm>
              <a:off x="5255919" y="3655062"/>
              <a:ext cx="0" cy="76528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Düz Bağlayıcı 462">
              <a:extLst>
                <a:ext uri="{FF2B5EF4-FFF2-40B4-BE49-F238E27FC236}">
                  <a16:creationId xmlns:a16="http://schemas.microsoft.com/office/drawing/2014/main" id="{851E7ABE-D9F1-454A-BE5E-0680171E6FE8}"/>
                </a:ext>
              </a:extLst>
            </p:cNvPr>
            <p:cNvCxnSpPr>
              <a:cxnSpLocks/>
            </p:cNvCxnSpPr>
            <p:nvPr/>
          </p:nvCxnSpPr>
          <p:spPr>
            <a:xfrm>
              <a:off x="6550516" y="3137090"/>
              <a:ext cx="2111945" cy="19211"/>
            </a:xfrm>
            <a:prstGeom prst="line">
              <a:avLst/>
            </a:prstGeom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Düz Bağlayıcı 465">
              <a:extLst>
                <a:ext uri="{FF2B5EF4-FFF2-40B4-BE49-F238E27FC236}">
                  <a16:creationId xmlns:a16="http://schemas.microsoft.com/office/drawing/2014/main" id="{E60070A9-2A5D-4419-A9DA-AD203C40CC3B}"/>
                </a:ext>
              </a:extLst>
            </p:cNvPr>
            <p:cNvCxnSpPr>
              <a:cxnSpLocks/>
            </p:cNvCxnSpPr>
            <p:nvPr/>
          </p:nvCxnSpPr>
          <p:spPr>
            <a:xfrm>
              <a:off x="8662462" y="3150944"/>
              <a:ext cx="0" cy="645107"/>
            </a:xfrm>
            <a:prstGeom prst="line">
              <a:avLst/>
            </a:prstGeom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Düz Bağlayıcı 471">
              <a:extLst>
                <a:ext uri="{FF2B5EF4-FFF2-40B4-BE49-F238E27FC236}">
                  <a16:creationId xmlns:a16="http://schemas.microsoft.com/office/drawing/2014/main" id="{268E6E05-140F-4724-A41D-F3C1842B6377}"/>
                </a:ext>
              </a:extLst>
            </p:cNvPr>
            <p:cNvCxnSpPr>
              <a:cxnSpLocks/>
            </p:cNvCxnSpPr>
            <p:nvPr/>
          </p:nvCxnSpPr>
          <p:spPr>
            <a:xfrm>
              <a:off x="6800463" y="3316668"/>
              <a:ext cx="1679385" cy="0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Düz Bağlayıcı 474">
              <a:extLst>
                <a:ext uri="{FF2B5EF4-FFF2-40B4-BE49-F238E27FC236}">
                  <a16:creationId xmlns:a16="http://schemas.microsoft.com/office/drawing/2014/main" id="{50356CE2-0B6D-4AB4-B75E-C034C8E04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9848" y="3316670"/>
              <a:ext cx="0" cy="470785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Düz Bağlayıcı 478">
              <a:extLst>
                <a:ext uri="{FF2B5EF4-FFF2-40B4-BE49-F238E27FC236}">
                  <a16:creationId xmlns:a16="http://schemas.microsoft.com/office/drawing/2014/main" id="{A52F100B-5809-433A-9AAA-7D4A1825144D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93" y="3687089"/>
              <a:ext cx="6109" cy="221799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Düz Bağlayıcı 485">
              <a:extLst>
                <a:ext uri="{FF2B5EF4-FFF2-40B4-BE49-F238E27FC236}">
                  <a16:creationId xmlns:a16="http://schemas.microsoft.com/office/drawing/2014/main" id="{47CF2974-3131-4AAD-B360-504A7D1E0F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7802" y="3503596"/>
              <a:ext cx="1863" cy="1495557"/>
            </a:xfrm>
            <a:prstGeom prst="line">
              <a:avLst/>
            </a:prstGeom>
            <a:ln w="317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Düz Bağlayıcı 487">
              <a:extLst>
                <a:ext uri="{FF2B5EF4-FFF2-40B4-BE49-F238E27FC236}">
                  <a16:creationId xmlns:a16="http://schemas.microsoft.com/office/drawing/2014/main" id="{8BC4B1C0-35FA-49F9-8724-9E7D7C0E26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7802" y="3513227"/>
              <a:ext cx="1379432" cy="0"/>
            </a:xfrm>
            <a:prstGeom prst="line">
              <a:avLst/>
            </a:prstGeom>
            <a:ln w="317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Düz Bağlayıcı 490">
              <a:extLst>
                <a:ext uri="{FF2B5EF4-FFF2-40B4-BE49-F238E27FC236}">
                  <a16:creationId xmlns:a16="http://schemas.microsoft.com/office/drawing/2014/main" id="{6EDA3857-0AE9-4E32-8388-4FD298D1B709}"/>
                </a:ext>
              </a:extLst>
            </p:cNvPr>
            <p:cNvCxnSpPr>
              <a:cxnSpLocks/>
            </p:cNvCxnSpPr>
            <p:nvPr/>
          </p:nvCxnSpPr>
          <p:spPr>
            <a:xfrm>
              <a:off x="8286937" y="3522959"/>
              <a:ext cx="0" cy="273092"/>
            </a:xfrm>
            <a:prstGeom prst="line">
              <a:avLst/>
            </a:prstGeom>
            <a:ln w="317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Düz Bağlayıcı 496">
              <a:extLst>
                <a:ext uri="{FF2B5EF4-FFF2-40B4-BE49-F238E27FC236}">
                  <a16:creationId xmlns:a16="http://schemas.microsoft.com/office/drawing/2014/main" id="{66AE3352-FAD1-471B-B845-D400881A2B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0699" y="3621231"/>
              <a:ext cx="5863" cy="1616649"/>
            </a:xfrm>
            <a:prstGeom prst="line">
              <a:avLst/>
            </a:prstGeom>
            <a:ln w="317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Düz Bağlayıcı 498">
              <a:extLst>
                <a:ext uri="{FF2B5EF4-FFF2-40B4-BE49-F238E27FC236}">
                  <a16:creationId xmlns:a16="http://schemas.microsoft.com/office/drawing/2014/main" id="{D60B7615-FBB7-4F97-B1D4-827A5C3E938E}"/>
                </a:ext>
              </a:extLst>
            </p:cNvPr>
            <p:cNvCxnSpPr>
              <a:cxnSpLocks/>
            </p:cNvCxnSpPr>
            <p:nvPr/>
          </p:nvCxnSpPr>
          <p:spPr>
            <a:xfrm>
              <a:off x="7096561" y="3626254"/>
              <a:ext cx="1044205" cy="3550"/>
            </a:xfrm>
            <a:prstGeom prst="line">
              <a:avLst/>
            </a:prstGeom>
            <a:ln w="317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Düz Bağlayıcı 119">
              <a:extLst>
                <a:ext uri="{FF2B5EF4-FFF2-40B4-BE49-F238E27FC236}">
                  <a16:creationId xmlns:a16="http://schemas.microsoft.com/office/drawing/2014/main" id="{AB54DB4A-2B8E-4D43-801C-B15A300B48F3}"/>
                </a:ext>
              </a:extLst>
            </p:cNvPr>
            <p:cNvCxnSpPr>
              <a:cxnSpLocks/>
            </p:cNvCxnSpPr>
            <p:nvPr/>
          </p:nvCxnSpPr>
          <p:spPr>
            <a:xfrm>
              <a:off x="6003970" y="3656016"/>
              <a:ext cx="567368" cy="5614"/>
            </a:xfrm>
            <a:prstGeom prst="line">
              <a:avLst/>
            </a:prstGeom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Düz Bağlayıcı 130">
              <a:extLst>
                <a:ext uri="{FF2B5EF4-FFF2-40B4-BE49-F238E27FC236}">
                  <a16:creationId xmlns:a16="http://schemas.microsoft.com/office/drawing/2014/main" id="{8503BC81-39DA-49CD-8656-2E40CAABD7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8883" y="3294255"/>
              <a:ext cx="0" cy="634372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Düz Bağlayıcı 133">
              <a:extLst>
                <a:ext uri="{FF2B5EF4-FFF2-40B4-BE49-F238E27FC236}">
                  <a16:creationId xmlns:a16="http://schemas.microsoft.com/office/drawing/2014/main" id="{C1EB4238-1E4A-40D5-AED1-E6D5393F530D}"/>
                </a:ext>
              </a:extLst>
            </p:cNvPr>
            <p:cNvCxnSpPr>
              <a:cxnSpLocks/>
            </p:cNvCxnSpPr>
            <p:nvPr/>
          </p:nvCxnSpPr>
          <p:spPr>
            <a:xfrm>
              <a:off x="5822551" y="3908888"/>
              <a:ext cx="966332" cy="3126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Düz Bağlayıcı 163">
              <a:extLst>
                <a:ext uri="{FF2B5EF4-FFF2-40B4-BE49-F238E27FC236}">
                  <a16:creationId xmlns:a16="http://schemas.microsoft.com/office/drawing/2014/main" id="{D5ACAE9B-628D-444E-89F6-6057CFAD6359}"/>
                </a:ext>
              </a:extLst>
            </p:cNvPr>
            <p:cNvCxnSpPr>
              <a:cxnSpLocks/>
            </p:cNvCxnSpPr>
            <p:nvPr/>
          </p:nvCxnSpPr>
          <p:spPr>
            <a:xfrm>
              <a:off x="8140765" y="3621231"/>
              <a:ext cx="0" cy="174820"/>
            </a:xfrm>
            <a:prstGeom prst="line">
              <a:avLst/>
            </a:prstGeom>
            <a:ln w="317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Düz Bağlayıcı 200">
              <a:extLst>
                <a:ext uri="{FF2B5EF4-FFF2-40B4-BE49-F238E27FC236}">
                  <a16:creationId xmlns:a16="http://schemas.microsoft.com/office/drawing/2014/main" id="{B612A2EB-F637-43B0-A625-049348E95E82}"/>
                </a:ext>
              </a:extLst>
            </p:cNvPr>
            <p:cNvCxnSpPr>
              <a:cxnSpLocks/>
            </p:cNvCxnSpPr>
            <p:nvPr/>
          </p:nvCxnSpPr>
          <p:spPr>
            <a:xfrm>
              <a:off x="5833003" y="5003671"/>
              <a:ext cx="1084799" cy="1994"/>
            </a:xfrm>
            <a:prstGeom prst="line">
              <a:avLst/>
            </a:prstGeom>
            <a:ln w="317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Yay 212">
              <a:extLst>
                <a:ext uri="{FF2B5EF4-FFF2-40B4-BE49-F238E27FC236}">
                  <a16:creationId xmlns:a16="http://schemas.microsoft.com/office/drawing/2014/main" id="{BF37113C-72EB-4A0D-8587-3A6EAA5CB98B}"/>
                </a:ext>
              </a:extLst>
            </p:cNvPr>
            <p:cNvSpPr/>
            <p:nvPr/>
          </p:nvSpPr>
          <p:spPr>
            <a:xfrm rot="16840249">
              <a:off x="5621324" y="4914741"/>
              <a:ext cx="235021" cy="238250"/>
            </a:xfrm>
            <a:prstGeom prst="arc">
              <a:avLst>
                <a:gd name="adj1" fmla="val 16200000"/>
                <a:gd name="adj2" fmla="val 4138099"/>
              </a:avLst>
            </a:prstGeom>
            <a:ln w="317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224" name="Düz Bağlayıcı 223">
              <a:extLst>
                <a:ext uri="{FF2B5EF4-FFF2-40B4-BE49-F238E27FC236}">
                  <a16:creationId xmlns:a16="http://schemas.microsoft.com/office/drawing/2014/main" id="{34BB3A61-0E04-4817-A175-3091726CCFEF}"/>
                </a:ext>
              </a:extLst>
            </p:cNvPr>
            <p:cNvCxnSpPr>
              <a:cxnSpLocks/>
              <a:endCxn id="229" idx="0"/>
            </p:cNvCxnSpPr>
            <p:nvPr/>
          </p:nvCxnSpPr>
          <p:spPr>
            <a:xfrm flipV="1">
              <a:off x="4035632" y="5244263"/>
              <a:ext cx="1574620" cy="5198"/>
            </a:xfrm>
            <a:prstGeom prst="line">
              <a:avLst/>
            </a:prstGeom>
            <a:ln w="317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Yay 228">
              <a:extLst>
                <a:ext uri="{FF2B5EF4-FFF2-40B4-BE49-F238E27FC236}">
                  <a16:creationId xmlns:a16="http://schemas.microsoft.com/office/drawing/2014/main" id="{B747943A-7665-4AD8-9B45-FF951BCA47CE}"/>
                </a:ext>
              </a:extLst>
            </p:cNvPr>
            <p:cNvSpPr/>
            <p:nvPr/>
          </p:nvSpPr>
          <p:spPr>
            <a:xfrm rot="16840249">
              <a:off x="5591039" y="5153902"/>
              <a:ext cx="256379" cy="221788"/>
            </a:xfrm>
            <a:prstGeom prst="arc">
              <a:avLst>
                <a:gd name="adj1" fmla="val 16200000"/>
                <a:gd name="adj2" fmla="val 4138099"/>
              </a:avLst>
            </a:prstGeom>
            <a:ln w="317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267" name="Düz Bağlayıcı 266">
              <a:extLst>
                <a:ext uri="{FF2B5EF4-FFF2-40B4-BE49-F238E27FC236}">
                  <a16:creationId xmlns:a16="http://schemas.microsoft.com/office/drawing/2014/main" id="{D4B6084C-84A8-42C2-8E5D-5D6BD9338E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5207" y="1883679"/>
              <a:ext cx="3071207" cy="17507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Düz Bağlayıcı 269">
              <a:extLst>
                <a:ext uri="{FF2B5EF4-FFF2-40B4-BE49-F238E27FC236}">
                  <a16:creationId xmlns:a16="http://schemas.microsoft.com/office/drawing/2014/main" id="{FB2C947A-327B-44D6-901F-547FEDE7FE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06415" y="332484"/>
              <a:ext cx="0" cy="1572109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Düz Bağlayıcı 270">
              <a:extLst>
                <a:ext uri="{FF2B5EF4-FFF2-40B4-BE49-F238E27FC236}">
                  <a16:creationId xmlns:a16="http://schemas.microsoft.com/office/drawing/2014/main" id="{356DB687-4EAD-45F7-8C6C-E37214AEC9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513" y="358348"/>
              <a:ext cx="0" cy="1582757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Düz Bağlayıcı 271">
              <a:extLst>
                <a:ext uri="{FF2B5EF4-FFF2-40B4-BE49-F238E27FC236}">
                  <a16:creationId xmlns:a16="http://schemas.microsoft.com/office/drawing/2014/main" id="{6EF9012F-1631-4A8D-993F-2454C14E0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513" y="332484"/>
              <a:ext cx="9189902" cy="25864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Düz Bağlayıcı 277">
              <a:extLst>
                <a:ext uri="{FF2B5EF4-FFF2-40B4-BE49-F238E27FC236}">
                  <a16:creationId xmlns:a16="http://schemas.microsoft.com/office/drawing/2014/main" id="{0FDD219C-46A7-4615-BCFB-817C56E235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5516" y="608998"/>
              <a:ext cx="11072" cy="1546552"/>
            </a:xfrm>
            <a:prstGeom prst="line">
              <a:avLst/>
            </a:prstGeom>
            <a:ln w="317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Düz Bağlayıcı 280">
              <a:extLst>
                <a:ext uri="{FF2B5EF4-FFF2-40B4-BE49-F238E27FC236}">
                  <a16:creationId xmlns:a16="http://schemas.microsoft.com/office/drawing/2014/main" id="{464BDA71-F899-4514-93AE-F786F93498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9988" y="615029"/>
              <a:ext cx="8660272" cy="0"/>
            </a:xfrm>
            <a:prstGeom prst="line">
              <a:avLst/>
            </a:prstGeom>
            <a:ln w="317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Düz Bağlayıcı 292">
              <a:extLst>
                <a:ext uri="{FF2B5EF4-FFF2-40B4-BE49-F238E27FC236}">
                  <a16:creationId xmlns:a16="http://schemas.microsoft.com/office/drawing/2014/main" id="{9D67851C-7D2E-47DF-BD79-965949E36F6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0260" y="615029"/>
              <a:ext cx="0" cy="1023146"/>
            </a:xfrm>
            <a:prstGeom prst="line">
              <a:avLst/>
            </a:prstGeom>
            <a:ln w="317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Düz Bağlayıcı 293">
              <a:extLst>
                <a:ext uri="{FF2B5EF4-FFF2-40B4-BE49-F238E27FC236}">
                  <a16:creationId xmlns:a16="http://schemas.microsoft.com/office/drawing/2014/main" id="{4C05E017-7903-4077-A55F-F9D9CBEB5F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9848" y="1611160"/>
              <a:ext cx="2920412" cy="15837"/>
            </a:xfrm>
            <a:prstGeom prst="line">
              <a:avLst/>
            </a:prstGeom>
            <a:ln w="317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4678B15E-8135-4DEF-86EB-13E0968153E4}"/>
                </a:ext>
              </a:extLst>
            </p:cNvPr>
            <p:cNvSpPr/>
            <p:nvPr/>
          </p:nvSpPr>
          <p:spPr>
            <a:xfrm>
              <a:off x="10747784" y="812271"/>
              <a:ext cx="219438" cy="2003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C25E6ED9-3E11-4EFF-AD0E-D7309EF343C9}"/>
                </a:ext>
              </a:extLst>
            </p:cNvPr>
            <p:cNvSpPr/>
            <p:nvPr/>
          </p:nvSpPr>
          <p:spPr>
            <a:xfrm>
              <a:off x="10779464" y="1076082"/>
              <a:ext cx="219438" cy="20031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302" name="Düz Bağlayıcı 301">
              <a:extLst>
                <a:ext uri="{FF2B5EF4-FFF2-40B4-BE49-F238E27FC236}">
                  <a16:creationId xmlns:a16="http://schemas.microsoft.com/office/drawing/2014/main" id="{2BB273ED-F1DD-469C-AE8A-3536D457E07C}"/>
                </a:ext>
              </a:extLst>
            </p:cNvPr>
            <p:cNvCxnSpPr>
              <a:cxnSpLocks/>
            </p:cNvCxnSpPr>
            <p:nvPr/>
          </p:nvCxnSpPr>
          <p:spPr>
            <a:xfrm>
              <a:off x="7956074" y="3035294"/>
              <a:ext cx="2393026" cy="2139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Düz Bağlayıcı 304">
              <a:extLst>
                <a:ext uri="{FF2B5EF4-FFF2-40B4-BE49-F238E27FC236}">
                  <a16:creationId xmlns:a16="http://schemas.microsoft.com/office/drawing/2014/main" id="{66B0FE21-5009-41C0-8577-9040F247418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9100" y="3056690"/>
              <a:ext cx="0" cy="3377072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Düz Bağlayıcı 305">
              <a:extLst>
                <a:ext uri="{FF2B5EF4-FFF2-40B4-BE49-F238E27FC236}">
                  <a16:creationId xmlns:a16="http://schemas.microsoft.com/office/drawing/2014/main" id="{2940BF0C-67D1-4470-81D9-4BBEA1BEE8D9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426526"/>
              <a:ext cx="9526140" cy="233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Düz Bağlayıcı 398">
              <a:extLst>
                <a:ext uri="{FF2B5EF4-FFF2-40B4-BE49-F238E27FC236}">
                  <a16:creationId xmlns:a16="http://schemas.microsoft.com/office/drawing/2014/main" id="{76BB08AE-082F-49F1-9FDA-C300D72B4F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669" y="5077688"/>
              <a:ext cx="12769" cy="135607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Düz Bağlayıcı 400">
              <a:extLst>
                <a:ext uri="{FF2B5EF4-FFF2-40B4-BE49-F238E27FC236}">
                  <a16:creationId xmlns:a16="http://schemas.microsoft.com/office/drawing/2014/main" id="{9984824D-80CB-4637-80C4-F6BF1BF97E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747" y="5077689"/>
              <a:ext cx="502633" cy="14785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Düz Bağlayıcı 407">
              <a:extLst>
                <a:ext uri="{FF2B5EF4-FFF2-40B4-BE49-F238E27FC236}">
                  <a16:creationId xmlns:a16="http://schemas.microsoft.com/office/drawing/2014/main" id="{E6928534-E01C-4A7B-8058-032D0E08AF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8368" y="3154266"/>
              <a:ext cx="3644854" cy="1155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Düz Bağlayıcı 421">
              <a:extLst>
                <a:ext uri="{FF2B5EF4-FFF2-40B4-BE49-F238E27FC236}">
                  <a16:creationId xmlns:a16="http://schemas.microsoft.com/office/drawing/2014/main" id="{D1D76746-B3DF-47FB-A5C1-8E8AC4DB33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66416" y="3148752"/>
              <a:ext cx="2830" cy="515520"/>
            </a:xfrm>
            <a:prstGeom prst="line">
              <a:avLst/>
            </a:prstGeom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Düz Bağlayıcı 425">
              <a:extLst>
                <a:ext uri="{FF2B5EF4-FFF2-40B4-BE49-F238E27FC236}">
                  <a16:creationId xmlns:a16="http://schemas.microsoft.com/office/drawing/2014/main" id="{6B3C9600-C6D1-4E4D-A336-81DFFAE14A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154" y="2894047"/>
              <a:ext cx="788" cy="258243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Düz Bağlayıcı 439">
              <a:extLst>
                <a:ext uri="{FF2B5EF4-FFF2-40B4-BE49-F238E27FC236}">
                  <a16:creationId xmlns:a16="http://schemas.microsoft.com/office/drawing/2014/main" id="{6E2EC99E-ABA7-49B9-963F-A6477E1E4A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027" y="3644643"/>
              <a:ext cx="875231" cy="1041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Düz Bağlayıcı 441">
              <a:extLst>
                <a:ext uri="{FF2B5EF4-FFF2-40B4-BE49-F238E27FC236}">
                  <a16:creationId xmlns:a16="http://schemas.microsoft.com/office/drawing/2014/main" id="{546C464B-429E-4643-B966-7208E94DB1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939" y="2461034"/>
              <a:ext cx="13602" cy="384670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0" name="Yay 449">
              <a:extLst>
                <a:ext uri="{FF2B5EF4-FFF2-40B4-BE49-F238E27FC236}">
                  <a16:creationId xmlns:a16="http://schemas.microsoft.com/office/drawing/2014/main" id="{4C7CF062-5C76-40D6-AB2E-89CC75CFB464}"/>
                </a:ext>
              </a:extLst>
            </p:cNvPr>
            <p:cNvSpPr/>
            <p:nvPr/>
          </p:nvSpPr>
          <p:spPr>
            <a:xfrm rot="16377384">
              <a:off x="926213" y="2303439"/>
              <a:ext cx="412345" cy="395626"/>
            </a:xfrm>
            <a:prstGeom prst="arc">
              <a:avLst>
                <a:gd name="adj1" fmla="val 15822976"/>
                <a:gd name="adj2" fmla="val 4912429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452" name="Düz Bağlayıcı 451">
              <a:extLst>
                <a:ext uri="{FF2B5EF4-FFF2-40B4-BE49-F238E27FC236}">
                  <a16:creationId xmlns:a16="http://schemas.microsoft.com/office/drawing/2014/main" id="{A9DA0DDA-6B78-4F77-B8A5-01EDCD436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002" y="2469629"/>
              <a:ext cx="307672" cy="752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Düz Bağlayıcı 466">
              <a:extLst>
                <a:ext uri="{FF2B5EF4-FFF2-40B4-BE49-F238E27FC236}">
                  <a16:creationId xmlns:a16="http://schemas.microsoft.com/office/drawing/2014/main" id="{184D08F2-6C32-4435-9B32-EDAE021BFCF3}"/>
                </a:ext>
              </a:extLst>
            </p:cNvPr>
            <p:cNvCxnSpPr>
              <a:cxnSpLocks/>
            </p:cNvCxnSpPr>
            <p:nvPr/>
          </p:nvCxnSpPr>
          <p:spPr>
            <a:xfrm>
              <a:off x="5807811" y="5233842"/>
              <a:ext cx="1291805" cy="6045"/>
            </a:xfrm>
            <a:prstGeom prst="line">
              <a:avLst/>
            </a:prstGeom>
            <a:ln w="317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0" name="Yay 479">
              <a:extLst>
                <a:ext uri="{FF2B5EF4-FFF2-40B4-BE49-F238E27FC236}">
                  <a16:creationId xmlns:a16="http://schemas.microsoft.com/office/drawing/2014/main" id="{A020AA2F-C9F8-496F-8626-AE1E3A683358}"/>
                </a:ext>
              </a:extLst>
            </p:cNvPr>
            <p:cNvSpPr/>
            <p:nvPr/>
          </p:nvSpPr>
          <p:spPr>
            <a:xfrm rot="5400000" flipH="1">
              <a:off x="4730137" y="1055775"/>
              <a:ext cx="322761" cy="426146"/>
            </a:xfrm>
            <a:prstGeom prst="arc">
              <a:avLst>
                <a:gd name="adj1" fmla="val 17446301"/>
                <a:gd name="adj2" fmla="val 4947328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482" name="Düz Bağlayıcı 481">
              <a:extLst>
                <a:ext uri="{FF2B5EF4-FFF2-40B4-BE49-F238E27FC236}">
                  <a16:creationId xmlns:a16="http://schemas.microsoft.com/office/drawing/2014/main" id="{AF98D42F-8D38-4F29-B498-4519D1A19D8E}"/>
                </a:ext>
              </a:extLst>
            </p:cNvPr>
            <p:cNvCxnSpPr>
              <a:cxnSpLocks/>
            </p:cNvCxnSpPr>
            <p:nvPr/>
          </p:nvCxnSpPr>
          <p:spPr>
            <a:xfrm>
              <a:off x="5122607" y="1193583"/>
              <a:ext cx="2049937" cy="724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Düz Bağlayıcı 493">
              <a:extLst>
                <a:ext uri="{FF2B5EF4-FFF2-40B4-BE49-F238E27FC236}">
                  <a16:creationId xmlns:a16="http://schemas.microsoft.com/office/drawing/2014/main" id="{E85A5B30-8B20-4595-98C0-8D634A038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6916" y="5708246"/>
              <a:ext cx="4727" cy="381635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Düz Bağlayıcı 509">
              <a:extLst>
                <a:ext uri="{FF2B5EF4-FFF2-40B4-BE49-F238E27FC236}">
                  <a16:creationId xmlns:a16="http://schemas.microsoft.com/office/drawing/2014/main" id="{A13AA430-778C-4D88-B643-9F2B4688DB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3348" y="5694923"/>
              <a:ext cx="0" cy="218359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Düz Bağlayıcı 518">
              <a:extLst>
                <a:ext uri="{FF2B5EF4-FFF2-40B4-BE49-F238E27FC236}">
                  <a16:creationId xmlns:a16="http://schemas.microsoft.com/office/drawing/2014/main" id="{FDABB6AA-C4B1-4459-BF82-1F921FE06B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6888" y="2461034"/>
              <a:ext cx="0" cy="69963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123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0</Words>
  <Application>Microsoft Office PowerPoint</Application>
  <PresentationFormat>Geniş ekran</PresentationFormat>
  <Paragraphs>0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Teması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 D</dc:creator>
  <cp:lastModifiedBy>M D</cp:lastModifiedBy>
  <cp:revision>30</cp:revision>
  <dcterms:created xsi:type="dcterms:W3CDTF">2021-01-19T08:56:15Z</dcterms:created>
  <dcterms:modified xsi:type="dcterms:W3CDTF">2021-03-20T18:04:35Z</dcterms:modified>
</cp:coreProperties>
</file>